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3" r:id="rId9"/>
    <p:sldId id="262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15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CB51E5-F7FA-C57F-B2E1-AC66D74F5A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FB7CAD-C748-3395-2189-3D4962B847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FB17E8-37B4-6728-DA91-9ABEF01EF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56390-38CD-4F6A-A04A-0196256E41C5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521F70-BB37-38FE-3BE9-44E3EEC8F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6D2B23-94F5-2D37-B3AE-083DE8A76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346EB-96B6-4F9C-A0E1-03A741F6CD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86870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496FE-672A-E1F4-F2DD-E5E59F652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D79130-7181-0A57-950D-9142E19407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A0A7A7-FD19-9DA9-77B0-AFD5F7718D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56390-38CD-4F6A-A04A-0196256E41C5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34E9BB-2E19-BBE4-E8D4-01D1F44CD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F21A58-6F36-A970-AA8A-E5EF5F41B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346EB-96B6-4F9C-A0E1-03A741F6CD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9392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3A61C-A3B7-C9FC-124F-310C6B6AB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A8B889-1398-6AA4-29D4-6841BB8E67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EBDC34-6C2A-48DD-F5D6-79BCE196C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56390-38CD-4F6A-A04A-0196256E41C5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BAFC33-7C34-9444-96EE-4746061C9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261594-C58B-5E27-0AE4-BC983DEC5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346EB-96B6-4F9C-A0E1-03A741F6CD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39065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22C83-6952-267D-BAF3-9632C6E4F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18B265-C180-DE9F-B327-C8CC6B93E5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62A6D7-5F66-03A1-DFBD-0B173EB22D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DCE878-7989-C263-2FB7-D0BC4CCB6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56390-38CD-4F6A-A04A-0196256E41C5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3313D6-3F70-CD19-EE65-B278C5D200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C2B4A6-902C-E331-74DB-3C0CC3D72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346EB-96B6-4F9C-A0E1-03A741F6CD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25200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F0B47-6673-AB35-CE7A-C5F1CC4E5F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725F60-F929-EDC6-00C2-7211881045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4D587B-076F-7E09-E573-15CC11D2BB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C8BB11-A116-3244-ED8B-CD8DBB31BC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0CB91B-18D6-161C-9A62-CF6EEEFD63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53C806F-374E-FD39-1E18-DE93EED5D2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56390-38CD-4F6A-A04A-0196256E41C5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4480C3-BFEF-F3F3-CB95-E45630196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2E48B2-C1CF-A9E1-F044-BCD4F6217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346EB-96B6-4F9C-A0E1-03A741F6CD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7963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B78D4-FCF5-13D0-91EE-0B491BB5F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BBD6DB-FBC7-3C8C-4850-5949199C8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56390-38CD-4F6A-A04A-0196256E41C5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14EACA-186F-0801-DC4B-4A1768C7B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433D3F-8C67-40EA-1F92-4BA5CA08B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346EB-96B6-4F9C-A0E1-03A741F6CD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7097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5E20F2D-E34F-0BFC-A69F-7CC10927B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56390-38CD-4F6A-A04A-0196256E41C5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812647-40A2-E56E-B00B-A83FA1FD2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9DACDF-098D-EF70-0A8C-313D3DCB3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346EB-96B6-4F9C-A0E1-03A741F6CD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97291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FA73B-E081-B977-4002-CD2273D66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F6307C-78A3-C8C8-F983-53B6E14B31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9CF1A5-E902-0664-808A-B0B1B2DD81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2E070D-3ABB-ED9A-BC71-B409804FA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56390-38CD-4F6A-A04A-0196256E41C5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48B8C0-5FDA-43E1-5DC2-BECFE2496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21E8BE-C95D-97B2-62C1-E6C0324CC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346EB-96B6-4F9C-A0E1-03A741F6CD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96329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671FC-6864-D152-9B32-EE7983FD92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7C9AF6A-EB3F-17FA-308A-708B0C7750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647CBB-07B8-DEA9-920E-B777BE07BB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414A2-BF40-23B5-48F4-E266E573E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56390-38CD-4F6A-A04A-0196256E41C5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B8265C-0B14-9908-FD37-C705E8E54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526EB5-DD27-F458-09E6-8A35CD40E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346EB-96B6-4F9C-A0E1-03A741F6CD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93407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5C9CC-BB4D-B7FE-A71B-7B5979797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35091A-C677-2D5D-A8BA-205A264CEB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1B1241-1D65-8932-320E-2254A7B37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56390-38CD-4F6A-A04A-0196256E41C5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96948E-0FB9-963B-43E2-F75FAF47F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135925-F27B-A94F-0A96-09440FA87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346EB-96B6-4F9C-A0E1-03A741F6CD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69253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00D4A64-0742-BDEE-AE12-DCF53724F3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62CC0A-DFDD-99C5-C2C9-F5E6F09140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5BDDA0-B602-CF40-056B-0D8C44374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56390-38CD-4F6A-A04A-0196256E41C5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306501-4920-A86E-5118-115BEF4EC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B2C634-6B38-926F-1733-33B44B778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346EB-96B6-4F9C-A0E1-03A741F6CD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5759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08ED44E-F448-2358-E551-CD999BFC00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BAB6B1-095D-18C3-E924-DC43F683BF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7F0B11-9B3D-6CF6-0A28-883FD52345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956390-38CD-4F6A-A04A-0196256E41C5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1C4F6E-77FD-1D21-1C63-6A79C09345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3062C2-2481-6DB4-B47B-A7FBC288C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5346EB-96B6-4F9C-A0E1-03A741F6CD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69143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10E278B-416F-64B4-A6E6-BB4933AA87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228" y="360595"/>
            <a:ext cx="11603237" cy="1664849"/>
          </a:xfrm>
          <a:prstGeom prst="rect">
            <a:avLst/>
          </a:prstGeom>
        </p:spPr>
      </p:pic>
      <p:sp>
        <p:nvSpPr>
          <p:cNvPr id="5" name="object 4">
            <a:extLst>
              <a:ext uri="{FF2B5EF4-FFF2-40B4-BE49-F238E27FC236}">
                <a16:creationId xmlns:a16="http://schemas.microsoft.com/office/drawing/2014/main" id="{C0B92146-E282-2ED9-3A12-B008F8F99F20}"/>
              </a:ext>
            </a:extLst>
          </p:cNvPr>
          <p:cNvSpPr txBox="1"/>
          <p:nvPr/>
        </p:nvSpPr>
        <p:spPr>
          <a:xfrm>
            <a:off x="785461" y="2121349"/>
            <a:ext cx="10216836" cy="1623520"/>
          </a:xfrm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19"/>
              </a:spcBef>
            </a:pPr>
            <a:r>
              <a:rPr sz="3600" b="1" dirty="0">
                <a:solidFill>
                  <a:srgbClr val="833B0C"/>
                </a:solidFill>
                <a:latin typeface="Calibri"/>
                <a:cs typeface="Calibri"/>
              </a:rPr>
              <a:t>What</a:t>
            </a:r>
            <a:r>
              <a:rPr sz="3600" b="1" spc="-50" dirty="0">
                <a:solidFill>
                  <a:srgbClr val="833B0C"/>
                </a:solidFill>
                <a:latin typeface="Calibri"/>
                <a:cs typeface="Calibri"/>
              </a:rPr>
              <a:t> </a:t>
            </a:r>
            <a:r>
              <a:rPr sz="3600" b="1" dirty="0">
                <a:solidFill>
                  <a:srgbClr val="833B0C"/>
                </a:solidFill>
                <a:latin typeface="Calibri"/>
                <a:cs typeface="Calibri"/>
              </a:rPr>
              <a:t>is</a:t>
            </a:r>
            <a:r>
              <a:rPr sz="3600" b="1" spc="-60" dirty="0">
                <a:solidFill>
                  <a:srgbClr val="833B0C"/>
                </a:solidFill>
                <a:latin typeface="Calibri"/>
                <a:cs typeface="Calibri"/>
              </a:rPr>
              <a:t> </a:t>
            </a:r>
            <a:r>
              <a:rPr sz="3600" b="1" spc="-20" dirty="0">
                <a:solidFill>
                  <a:srgbClr val="833B0C"/>
                </a:solidFill>
                <a:latin typeface="Calibri"/>
                <a:cs typeface="Calibri"/>
              </a:rPr>
              <a:t>Programming</a:t>
            </a:r>
            <a:r>
              <a:rPr sz="3600" b="1" spc="-45" dirty="0">
                <a:solidFill>
                  <a:srgbClr val="833B0C"/>
                </a:solidFill>
                <a:latin typeface="Calibri"/>
                <a:cs typeface="Calibri"/>
              </a:rPr>
              <a:t> </a:t>
            </a:r>
            <a:r>
              <a:rPr sz="3600" b="1" spc="-10" dirty="0">
                <a:solidFill>
                  <a:srgbClr val="833B0C"/>
                </a:solidFill>
                <a:latin typeface="Calibri"/>
                <a:cs typeface="Calibri"/>
              </a:rPr>
              <a:t>Language</a:t>
            </a:r>
            <a:endParaRPr sz="36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50"/>
              </a:spcBef>
            </a:pPr>
            <a:r>
              <a:rPr sz="2800" dirty="0">
                <a:latin typeface="Calibri"/>
                <a:cs typeface="Calibri"/>
              </a:rPr>
              <a:t>It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computer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language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used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by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programmers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communicate with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computers.</a:t>
            </a:r>
            <a:endParaRPr sz="2800" dirty="0">
              <a:latin typeface="Calibri"/>
              <a:cs typeface="Calibri"/>
            </a:endParaRPr>
          </a:p>
        </p:txBody>
      </p:sp>
      <p:pic>
        <p:nvPicPr>
          <p:cNvPr id="6" name="object 5">
            <a:extLst>
              <a:ext uri="{FF2B5EF4-FFF2-40B4-BE49-F238E27FC236}">
                <a16:creationId xmlns:a16="http://schemas.microsoft.com/office/drawing/2014/main" id="{E5237287-D586-EB77-3E69-05E34939F9CE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95552" y="4127830"/>
            <a:ext cx="7493508" cy="2369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3002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6FD39C-8BA2-931D-662E-8BEF25126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850EA8F-B13B-E33E-E8AA-F23065CA252C}"/>
              </a:ext>
            </a:extLst>
          </p:cNvPr>
          <p:cNvSpPr txBox="1">
            <a:spLocks/>
          </p:cNvSpPr>
          <p:nvPr/>
        </p:nvSpPr>
        <p:spPr>
          <a:xfrm>
            <a:off x="1502683" y="450432"/>
            <a:ext cx="8173135" cy="697627"/>
          </a:xfrm>
          <a:prstGeom prst="rect">
            <a:avLst/>
          </a:prstGeom>
        </p:spPr>
        <p:txBody>
          <a:bodyPr vert="horz" wrap="square" lIns="0" tIns="12700" rIns="0" bIns="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614680">
              <a:lnSpc>
                <a:spcPct val="100000"/>
              </a:lnSpc>
              <a:spcBef>
                <a:spcPts val="100"/>
              </a:spcBef>
            </a:pPr>
            <a:r>
              <a:rPr lang="en-IN" sz="4450" spc="-525" dirty="0">
                <a:solidFill>
                  <a:schemeClr val="accent2">
                    <a:lumMod val="50000"/>
                  </a:schemeClr>
                </a:solidFill>
                <a:latin typeface="Gill Sans MT"/>
                <a:cs typeface="Gill Sans MT"/>
              </a:rPr>
              <a:t>T</a:t>
            </a:r>
            <a:r>
              <a:rPr lang="en-IN" sz="4450" spc="35" dirty="0">
                <a:solidFill>
                  <a:schemeClr val="accent2">
                    <a:lumMod val="50000"/>
                  </a:schemeClr>
                </a:solidFill>
                <a:latin typeface="Gill Sans MT"/>
                <a:cs typeface="Gill Sans MT"/>
              </a:rPr>
              <a:t>y</a:t>
            </a:r>
            <a:r>
              <a:rPr lang="en-IN" sz="4450" spc="30" dirty="0">
                <a:solidFill>
                  <a:schemeClr val="accent2">
                    <a:lumMod val="50000"/>
                  </a:schemeClr>
                </a:solidFill>
                <a:latin typeface="Gill Sans MT"/>
                <a:cs typeface="Gill Sans MT"/>
              </a:rPr>
              <a:t>pes</a:t>
            </a:r>
            <a:r>
              <a:rPr lang="en-IN" sz="4450" spc="-150" dirty="0">
                <a:solidFill>
                  <a:schemeClr val="accent2">
                    <a:lumMod val="50000"/>
                  </a:schemeClr>
                </a:solidFill>
                <a:latin typeface="Gill Sans MT"/>
                <a:cs typeface="Gill Sans MT"/>
              </a:rPr>
              <a:t> </a:t>
            </a:r>
            <a:r>
              <a:rPr lang="en-IN" sz="4450" dirty="0">
                <a:solidFill>
                  <a:schemeClr val="accent2">
                    <a:lumMod val="50000"/>
                  </a:schemeClr>
                </a:solidFill>
                <a:latin typeface="Gill Sans MT"/>
                <a:cs typeface="Gill Sans MT"/>
              </a:rPr>
              <a:t>of</a:t>
            </a:r>
            <a:r>
              <a:rPr lang="en-IN" sz="4450" spc="-125" dirty="0">
                <a:solidFill>
                  <a:schemeClr val="accent2">
                    <a:lumMod val="50000"/>
                  </a:schemeClr>
                </a:solidFill>
                <a:latin typeface="Gill Sans MT"/>
                <a:cs typeface="Gill Sans MT"/>
              </a:rPr>
              <a:t> </a:t>
            </a:r>
            <a:r>
              <a:rPr lang="en-IN" sz="4450" dirty="0">
                <a:solidFill>
                  <a:schemeClr val="accent2">
                    <a:lumMod val="50000"/>
                  </a:schemeClr>
                </a:solidFill>
                <a:latin typeface="Gill Sans MT"/>
                <a:cs typeface="Gill Sans MT"/>
              </a:rPr>
              <a:t>Programming</a:t>
            </a:r>
            <a:r>
              <a:rPr lang="en-IN" sz="4450" spc="-135" dirty="0">
                <a:solidFill>
                  <a:schemeClr val="accent2">
                    <a:lumMod val="50000"/>
                  </a:schemeClr>
                </a:solidFill>
                <a:latin typeface="Gill Sans MT"/>
                <a:cs typeface="Gill Sans MT"/>
              </a:rPr>
              <a:t> </a:t>
            </a:r>
            <a:r>
              <a:rPr lang="en-IN" sz="4450" spc="-10" dirty="0">
                <a:solidFill>
                  <a:schemeClr val="accent2">
                    <a:lumMod val="50000"/>
                  </a:schemeClr>
                </a:solidFill>
                <a:latin typeface="Gill Sans MT"/>
                <a:cs typeface="Gill Sans MT"/>
              </a:rPr>
              <a:t>Languages</a:t>
            </a:r>
            <a:endParaRPr lang="en-IN" sz="4450" dirty="0">
              <a:solidFill>
                <a:schemeClr val="accent2">
                  <a:lumMod val="50000"/>
                </a:schemeClr>
              </a:solidFill>
              <a:latin typeface="Gill Sans MT"/>
              <a:cs typeface="Gill Sans MT"/>
            </a:endParaRPr>
          </a:p>
        </p:txBody>
      </p:sp>
      <p:sp>
        <p:nvSpPr>
          <p:cNvPr id="4" name="object 9">
            <a:extLst>
              <a:ext uri="{FF2B5EF4-FFF2-40B4-BE49-F238E27FC236}">
                <a16:creationId xmlns:a16="http://schemas.microsoft.com/office/drawing/2014/main" id="{5D6E4F63-44AD-DF99-0834-A1F2E8FBFAA5}"/>
              </a:ext>
            </a:extLst>
          </p:cNvPr>
          <p:cNvSpPr txBox="1"/>
          <p:nvPr/>
        </p:nvSpPr>
        <p:spPr>
          <a:xfrm>
            <a:off x="1041801" y="3390457"/>
            <a:ext cx="1641953" cy="768800"/>
          </a:xfrm>
          <a:prstGeom prst="rect">
            <a:avLst/>
          </a:prstGeom>
          <a:solidFill>
            <a:srgbClr val="4472C3"/>
          </a:solidFill>
          <a:ln w="10667">
            <a:solidFill>
              <a:srgbClr val="2F528E"/>
            </a:solidFill>
          </a:ln>
        </p:spPr>
        <p:txBody>
          <a:bodyPr vert="horz" wrap="square" lIns="0" tIns="17145" rIns="0" bIns="0" rtlCol="0">
            <a:spAutoFit/>
          </a:bodyPr>
          <a:lstStyle/>
          <a:p>
            <a:pPr marL="137160" marR="220345" indent="-78105">
              <a:lnSpc>
                <a:spcPct val="100400"/>
              </a:lnSpc>
              <a:spcBef>
                <a:spcPts val="135"/>
              </a:spcBef>
            </a:pPr>
            <a:r>
              <a:rPr sz="2400" spc="-10" dirty="0">
                <a:latin typeface="Calibri"/>
                <a:cs typeface="Calibri"/>
              </a:rPr>
              <a:t>Procedural</a:t>
            </a:r>
            <a:endParaRPr lang="en-IN" sz="2400" spc="-10" dirty="0">
              <a:latin typeface="Calibri"/>
              <a:cs typeface="Calibri"/>
            </a:endParaRPr>
          </a:p>
          <a:p>
            <a:pPr marL="137160" marR="220345" indent="-78105">
              <a:lnSpc>
                <a:spcPct val="100400"/>
              </a:lnSpc>
              <a:spcBef>
                <a:spcPts val="135"/>
              </a:spcBef>
            </a:pPr>
            <a:r>
              <a:rPr lang="en-IN" sz="2400" spc="-10" dirty="0">
                <a:latin typeface="Calibri"/>
                <a:cs typeface="Calibri"/>
              </a:rPr>
              <a:t> Language</a:t>
            </a:r>
            <a:endParaRPr lang="en-IN" sz="2400" dirty="0">
              <a:latin typeface="Calibri"/>
              <a:cs typeface="Calibri"/>
            </a:endParaRPr>
          </a:p>
        </p:txBody>
      </p:sp>
      <p:sp>
        <p:nvSpPr>
          <p:cNvPr id="5" name="object 7">
            <a:extLst>
              <a:ext uri="{FF2B5EF4-FFF2-40B4-BE49-F238E27FC236}">
                <a16:creationId xmlns:a16="http://schemas.microsoft.com/office/drawing/2014/main" id="{BF4891D5-22CA-7CF1-8C47-039A5898A27D}"/>
              </a:ext>
            </a:extLst>
          </p:cNvPr>
          <p:cNvSpPr txBox="1"/>
          <p:nvPr/>
        </p:nvSpPr>
        <p:spPr>
          <a:xfrm>
            <a:off x="4766580" y="3370452"/>
            <a:ext cx="1831848" cy="751488"/>
          </a:xfrm>
          <a:prstGeom prst="rect">
            <a:avLst/>
          </a:prstGeom>
          <a:solidFill>
            <a:srgbClr val="4472C3"/>
          </a:solidFill>
          <a:ln w="10668">
            <a:solidFill>
              <a:srgbClr val="2F528E"/>
            </a:solidFill>
          </a:ln>
        </p:spPr>
        <p:txBody>
          <a:bodyPr vert="horz" wrap="square" lIns="0" tIns="12700" rIns="0" bIns="0" rtlCol="0">
            <a:spAutoFit/>
          </a:bodyPr>
          <a:lstStyle/>
          <a:p>
            <a:pPr marL="328930" marR="229870" indent="-59690">
              <a:lnSpc>
                <a:spcPct val="100400"/>
              </a:lnSpc>
              <a:spcBef>
                <a:spcPts val="100"/>
              </a:spcBef>
            </a:pPr>
            <a:r>
              <a:rPr sz="2400" spc="-10" dirty="0">
                <a:latin typeface="Calibri"/>
                <a:cs typeface="Calibri"/>
              </a:rPr>
              <a:t>Func</a:t>
            </a:r>
            <a:r>
              <a:rPr lang="en-IN" sz="2400" spc="-10" dirty="0">
                <a:latin typeface="Calibri"/>
                <a:cs typeface="Calibri"/>
              </a:rPr>
              <a:t>t</a:t>
            </a:r>
            <a:r>
              <a:rPr sz="2400" spc="-10" dirty="0" err="1">
                <a:latin typeface="Calibri"/>
                <a:cs typeface="Calibri"/>
              </a:rPr>
              <a:t>ional</a:t>
            </a:r>
            <a:r>
              <a:rPr sz="2400" spc="-10" dirty="0">
                <a:latin typeface="Calibri"/>
                <a:cs typeface="Calibri"/>
              </a:rPr>
              <a:t> Language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6" name="object 8">
            <a:extLst>
              <a:ext uri="{FF2B5EF4-FFF2-40B4-BE49-F238E27FC236}">
                <a16:creationId xmlns:a16="http://schemas.microsoft.com/office/drawing/2014/main" id="{4F06AAF9-D15F-12A0-CAB2-C831EEA7D3F9}"/>
              </a:ext>
            </a:extLst>
          </p:cNvPr>
          <p:cNvSpPr txBox="1"/>
          <p:nvPr/>
        </p:nvSpPr>
        <p:spPr>
          <a:xfrm>
            <a:off x="8837774" y="3386482"/>
            <a:ext cx="2153920" cy="752770"/>
          </a:xfrm>
          <a:prstGeom prst="rect">
            <a:avLst/>
          </a:prstGeom>
          <a:solidFill>
            <a:srgbClr val="4472C3"/>
          </a:solidFill>
          <a:ln w="10667">
            <a:solidFill>
              <a:srgbClr val="2F528E"/>
            </a:solidFill>
          </a:ln>
        </p:spPr>
        <p:txBody>
          <a:bodyPr vert="horz" wrap="square" lIns="0" tIns="44450" rIns="0" bIns="0" rtlCol="0">
            <a:spAutoFit/>
          </a:bodyPr>
          <a:lstStyle/>
          <a:p>
            <a:pPr marL="454025" marR="156845" indent="-402590">
              <a:lnSpc>
                <a:spcPct val="100400"/>
              </a:lnSpc>
              <a:spcBef>
                <a:spcPts val="350"/>
              </a:spcBef>
            </a:pPr>
            <a:r>
              <a:rPr sz="2300" spc="-10" dirty="0">
                <a:latin typeface="Calibri"/>
                <a:cs typeface="Calibri"/>
              </a:rPr>
              <a:t>Object-Oriented Language</a:t>
            </a:r>
            <a:endParaRPr sz="2300" dirty="0">
              <a:latin typeface="Calibri"/>
              <a:cs typeface="Calibri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CBF4706-CEAB-F2F8-2DA9-42CCF9BC818C}"/>
              </a:ext>
            </a:extLst>
          </p:cNvPr>
          <p:cNvCxnSpPr>
            <a:stCxn id="2" idx="2"/>
          </p:cNvCxnSpPr>
          <p:nvPr/>
        </p:nvCxnSpPr>
        <p:spPr>
          <a:xfrm flipH="1">
            <a:off x="5589250" y="1148059"/>
            <a:ext cx="1" cy="22223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0965465-53DB-231C-91D4-261B4A0D1C17}"/>
              </a:ext>
            </a:extLst>
          </p:cNvPr>
          <p:cNvCxnSpPr/>
          <p:nvPr/>
        </p:nvCxnSpPr>
        <p:spPr>
          <a:xfrm>
            <a:off x="1862778" y="2438400"/>
            <a:ext cx="7813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8D180BE-418D-8D2E-F27D-80B06BBC1DBA}"/>
              </a:ext>
            </a:extLst>
          </p:cNvPr>
          <p:cNvCxnSpPr/>
          <p:nvPr/>
        </p:nvCxnSpPr>
        <p:spPr>
          <a:xfrm>
            <a:off x="9675818" y="2438400"/>
            <a:ext cx="0" cy="9320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ED91BAE-DBB3-360A-4E2F-EB88304FBDCA}"/>
              </a:ext>
            </a:extLst>
          </p:cNvPr>
          <p:cNvCxnSpPr/>
          <p:nvPr/>
        </p:nvCxnSpPr>
        <p:spPr>
          <a:xfrm>
            <a:off x="1862778" y="2438400"/>
            <a:ext cx="0" cy="9480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41750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79F9DF-10DE-EE10-3F01-147B52F30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FD2901A-7957-E37C-E58F-DD85A96000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898" y="472832"/>
            <a:ext cx="10865521" cy="5555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7266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26DFB4-8F1C-AB52-D49A-0E9B55CD72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330B281-70A0-C9A7-D8DC-B63C2E9296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013" y="410988"/>
            <a:ext cx="10260825" cy="2731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26617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7A0791-79F7-7042-FBD4-CC6508F23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753A37F-D797-02C5-88EC-F35464E414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503" y="0"/>
            <a:ext cx="10564993" cy="4833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0203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FC49A0-760D-5878-5F17-FD7681FE9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6918DD9-84D8-D191-23A7-99A56F1CB3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3309" y="241919"/>
            <a:ext cx="8175445" cy="1182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52455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653D14-B730-3866-FDD3-4BEE009AC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2259093-CD7E-9532-F6F7-022FF9A6A3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3309" y="241919"/>
            <a:ext cx="8175445" cy="1182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9484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27E978-A00D-A3F5-4AB1-A81E1B5184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EBBD832-DC37-BC3E-68FE-64231F3FEE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3309" y="241919"/>
            <a:ext cx="8175445" cy="1182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87092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7E85A7-58FC-257E-8639-5E0C7FD8C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7DA2B59-1F11-F3A3-D812-08FABCF9DF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3309" y="241919"/>
            <a:ext cx="8175445" cy="1182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395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30</Words>
  <Application>Microsoft Office PowerPoint</Application>
  <PresentationFormat>Widescreen</PresentationFormat>
  <Paragraphs>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Gill Sans MT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Shivam Kumar</dc:creator>
  <cp:lastModifiedBy>Shivam Kumar</cp:lastModifiedBy>
  <cp:revision>1</cp:revision>
  <dcterms:created xsi:type="dcterms:W3CDTF">2026-01-06T06:51:07Z</dcterms:created>
  <dcterms:modified xsi:type="dcterms:W3CDTF">2026-01-06T07:20:36Z</dcterms:modified>
</cp:coreProperties>
</file>